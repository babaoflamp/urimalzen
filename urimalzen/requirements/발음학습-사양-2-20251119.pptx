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9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FB7389-283C-4F9D-B427-AFEC50606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87D068-8F97-40CB-B837-31DD9AD07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4FC189-68AF-4118-9695-7D71A2667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1FF9-E474-40D4-B2E3-82E63BD404D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67675-2E3D-4BDC-B6F4-20596ADA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C5A6-7B1B-496E-84C1-976F5CDCF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82EA-C1C5-4EB3-8D23-E8FC3A522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7698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EC7BD-2B13-4CC6-A604-FD1721F4D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2F55D2-4462-4D7F-9656-67D35D75A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4B24EE-F7C7-44BD-8232-80F65718E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1FF9-E474-40D4-B2E3-82E63BD404D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96751C-5574-46A6-8579-A636E091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806601-D086-4FBF-957E-8CAAEC3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82EA-C1C5-4EB3-8D23-E8FC3A522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004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961246-7272-4012-832E-9F8D20FB8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A3C504-A645-497E-867A-7AE0B3F49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F198D8-277D-487A-9CB8-D8F8C7000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1FF9-E474-40D4-B2E3-82E63BD404D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76A9B7-0201-4477-913E-5894D1278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24BB7F-FAE0-45BD-B1C7-287611547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82EA-C1C5-4EB3-8D23-E8FC3A522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874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874D27-BEBD-4F6B-B9D3-E32EAF496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EE26CF-ED7A-49D6-A30D-CB8769AD24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6ED822-8653-4DA7-8778-DCCAF72F6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75EF8C-0F2F-46A1-91C9-8872C76A1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1FF9-E474-40D4-B2E3-82E63BD404D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78A495-DBC9-4E66-B85F-BE46FFE02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23D9BB-4F0E-4B2C-8D72-0B1249AC2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82EA-C1C5-4EB3-8D23-E8FC3A522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41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504765-4A3B-4365-B9A9-3AEE5C041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5D859A-5CAC-4DF3-A95D-04F3E483D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2FF438-F37D-4061-A200-8C51DC56A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7A8155B-9F9A-4DF6-9132-6F57CED078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1021CA7-4424-42FB-9BBD-9A69F542C1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8610448-D0C6-4242-9E31-280A6C12A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1FF9-E474-40D4-B2E3-82E63BD404D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AC3FB50-EB05-4E0D-BA68-B223F8017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2D119A1-15EB-4F87-94DB-E872447C1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82EA-C1C5-4EB3-8D23-E8FC3A522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957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D34F2-2F6B-4648-B3A9-B346B260C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189545-95E7-46FC-B114-3A0E78A86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1FF9-E474-40D4-B2E3-82E63BD404D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455653-74FC-4DFE-9695-B384DA93F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623C119-FD47-44BE-A1D9-D67DCABFB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82EA-C1C5-4EB3-8D23-E8FC3A522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4203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05DBC7-3F91-4223-8834-47766E69C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1FF9-E474-40D4-B2E3-82E63BD404D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1C0DA77-B1C6-470B-B7B0-9BC8D133B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1BA9C0-5D48-43C5-A87A-E8C1FD827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82EA-C1C5-4EB3-8D23-E8FC3A522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362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711CF4-DC26-4353-9B7B-73A7FA391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C46A05-C5B3-4A0C-82A1-4CBD0F7F8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C263F7-FA45-4A7D-B62C-FBC0DBA23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E61F76-F325-40AE-B93C-8834F47F0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1FF9-E474-40D4-B2E3-82E63BD404D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2037C7-6C59-4771-9CEF-CBC726D3C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D31388-2AFD-43AD-AD3F-66FA7343B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82EA-C1C5-4EB3-8D23-E8FC3A522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654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1928FD-C1D4-4AFF-A132-66AFC7F0C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5E37BEA-8DF9-469B-AD27-1F79129FFA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525315-5D0C-41E7-8D8F-73C21CA4B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E88B81-6E2D-4A1D-B42E-C09431EFD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1FF9-E474-40D4-B2E3-82E63BD404D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E3C233-7043-4A85-8FBE-145B7411E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2328DF-9184-4886-A0FC-F9DC936F8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82EA-C1C5-4EB3-8D23-E8FC3A522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934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583A13-02EC-4816-9658-8C3C2AB8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2A1B3D-849E-4C57-BAB0-46A78BC30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0D2DCA-3661-4685-9474-E2ED46B0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1FF9-E474-40D4-B2E3-82E63BD404D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158766-4EC1-4E60-96DF-1F2D0FF60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98E58D-7D20-405F-A96B-CB5C2E524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82EA-C1C5-4EB3-8D23-E8FC3A522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968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4A260CF-09FC-4D70-AD8B-E88EE7F00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37EE88-5680-448D-8A5B-071695D14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E5F5E1-AC74-4A3A-88E7-48015077F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1FF9-E474-40D4-B2E3-82E63BD404D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3DBC09-68E2-4286-B6CF-F2005EC9D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48265D-798D-48EB-9293-54E775D36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82EA-C1C5-4EB3-8D23-E8FC3A522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298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E2D8EA-55BE-4011-9E9C-C5A26AE20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7E72DB-DEAB-457C-83B6-D6FE3A34B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888DB5-FD97-410E-9AE5-28FE1BACB9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21FF9-E474-40D4-B2E3-82E63BD404D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E33CDD-DC2C-48E0-9550-605DBEA02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252885-471C-45FD-AC72-23F7EFC6AE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A82EA-C1C5-4EB3-8D23-E8FC3A522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25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2A5A9C8-077A-4212-996B-9262CCCCF9E6}"/>
              </a:ext>
            </a:extLst>
          </p:cNvPr>
          <p:cNvSpPr/>
          <p:nvPr/>
        </p:nvSpPr>
        <p:spPr>
          <a:xfrm>
            <a:off x="661737" y="427121"/>
            <a:ext cx="11123195" cy="59857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6F2967A-7B13-4FE4-B55F-53BE49AB1DED}"/>
              </a:ext>
            </a:extLst>
          </p:cNvPr>
          <p:cNvSpPr/>
          <p:nvPr/>
        </p:nvSpPr>
        <p:spPr>
          <a:xfrm>
            <a:off x="8951493" y="1834816"/>
            <a:ext cx="2833438" cy="45780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A4F254-D912-477C-ADFE-C4167BE4E766}"/>
              </a:ext>
            </a:extLst>
          </p:cNvPr>
          <p:cNvSpPr/>
          <p:nvPr/>
        </p:nvSpPr>
        <p:spPr>
          <a:xfrm>
            <a:off x="661737" y="427121"/>
            <a:ext cx="11123195" cy="140769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기본 정보 </a:t>
            </a:r>
            <a:r>
              <a:rPr lang="ko-KR" altLang="en-US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출력부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945CBA-07E7-4842-879D-C06E3C612F63}"/>
              </a:ext>
            </a:extLst>
          </p:cNvPr>
          <p:cNvSpPr/>
          <p:nvPr/>
        </p:nvSpPr>
        <p:spPr>
          <a:xfrm>
            <a:off x="661737" y="1834816"/>
            <a:ext cx="2628900" cy="45780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7231AB-4AB7-42F6-B0C4-93D1969354FD}"/>
              </a:ext>
            </a:extLst>
          </p:cNvPr>
          <p:cNvSpPr/>
          <p:nvPr/>
        </p:nvSpPr>
        <p:spPr>
          <a:xfrm>
            <a:off x="661736" y="1834816"/>
            <a:ext cx="2821405" cy="60157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학습 단어 순위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D2172B-2487-4D74-A7C0-393057680CC3}"/>
              </a:ext>
            </a:extLst>
          </p:cNvPr>
          <p:cNvSpPr/>
          <p:nvPr/>
        </p:nvSpPr>
        <p:spPr>
          <a:xfrm>
            <a:off x="745958" y="2550695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CA6C882-4417-4C4E-99C8-A780CD207BF4}"/>
              </a:ext>
            </a:extLst>
          </p:cNvPr>
          <p:cNvSpPr/>
          <p:nvPr/>
        </p:nvSpPr>
        <p:spPr>
          <a:xfrm>
            <a:off x="1130968" y="2550693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민들레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B3E150-2136-45FC-ABEF-03A499149381}"/>
              </a:ext>
            </a:extLst>
          </p:cNvPr>
          <p:cNvSpPr/>
          <p:nvPr/>
        </p:nvSpPr>
        <p:spPr>
          <a:xfrm>
            <a:off x="2550694" y="2550693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95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867995-1CA7-4EBF-9208-D29F41E5E415}"/>
              </a:ext>
            </a:extLst>
          </p:cNvPr>
          <p:cNvSpPr/>
          <p:nvPr/>
        </p:nvSpPr>
        <p:spPr>
          <a:xfrm>
            <a:off x="2935705" y="2550694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2909B5-15EE-425F-B1E5-C0CB5DCE3881}"/>
              </a:ext>
            </a:extLst>
          </p:cNvPr>
          <p:cNvSpPr/>
          <p:nvPr/>
        </p:nvSpPr>
        <p:spPr>
          <a:xfrm>
            <a:off x="745958" y="2947738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49F6BF2-BB77-4742-B332-2FCC28B902A9}"/>
              </a:ext>
            </a:extLst>
          </p:cNvPr>
          <p:cNvSpPr/>
          <p:nvPr/>
        </p:nvSpPr>
        <p:spPr>
          <a:xfrm>
            <a:off x="1130968" y="2947736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원추리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87B289-21BB-4280-A790-B51601E83E00}"/>
              </a:ext>
            </a:extLst>
          </p:cNvPr>
          <p:cNvSpPr/>
          <p:nvPr/>
        </p:nvSpPr>
        <p:spPr>
          <a:xfrm>
            <a:off x="2550694" y="2947736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95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E71D3D-2F62-4764-B419-65C97CB038BE}"/>
              </a:ext>
            </a:extLst>
          </p:cNvPr>
          <p:cNvSpPr/>
          <p:nvPr/>
        </p:nvSpPr>
        <p:spPr>
          <a:xfrm>
            <a:off x="2935705" y="2947737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AB79AD6-A23C-4B88-AA8B-2CE968613B3B}"/>
              </a:ext>
            </a:extLst>
          </p:cNvPr>
          <p:cNvSpPr/>
          <p:nvPr/>
        </p:nvSpPr>
        <p:spPr>
          <a:xfrm>
            <a:off x="745958" y="3344778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B25EDBF-B98E-4BA7-995F-4363CE36CB86}"/>
              </a:ext>
            </a:extLst>
          </p:cNvPr>
          <p:cNvSpPr/>
          <p:nvPr/>
        </p:nvSpPr>
        <p:spPr>
          <a:xfrm>
            <a:off x="1130968" y="3344776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들국화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A42A092-1625-4DA3-94A4-2F72B053424D}"/>
              </a:ext>
            </a:extLst>
          </p:cNvPr>
          <p:cNvSpPr/>
          <p:nvPr/>
        </p:nvSpPr>
        <p:spPr>
          <a:xfrm>
            <a:off x="2550694" y="3344776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95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A3164F5-60FF-4BC6-9C36-2FF0EDC6205B}"/>
              </a:ext>
            </a:extLst>
          </p:cNvPr>
          <p:cNvSpPr/>
          <p:nvPr/>
        </p:nvSpPr>
        <p:spPr>
          <a:xfrm>
            <a:off x="2935705" y="3344777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4DFE57D-CF96-48BF-BD28-198C5C2AAA3F}"/>
              </a:ext>
            </a:extLst>
          </p:cNvPr>
          <p:cNvSpPr/>
          <p:nvPr/>
        </p:nvSpPr>
        <p:spPr>
          <a:xfrm>
            <a:off x="745958" y="3741819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73B4F73-0A7D-4D3F-A88C-E4DE36DEEAED}"/>
              </a:ext>
            </a:extLst>
          </p:cNvPr>
          <p:cNvSpPr/>
          <p:nvPr/>
        </p:nvSpPr>
        <p:spPr>
          <a:xfrm>
            <a:off x="1130968" y="3741817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은방울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8AC45AA-7C43-4AD2-9798-A8364274E1B0}"/>
              </a:ext>
            </a:extLst>
          </p:cNvPr>
          <p:cNvSpPr/>
          <p:nvPr/>
        </p:nvSpPr>
        <p:spPr>
          <a:xfrm>
            <a:off x="2550694" y="3741817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94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05AFB97-39BB-4EE4-A46D-64888724AE32}"/>
              </a:ext>
            </a:extLst>
          </p:cNvPr>
          <p:cNvSpPr/>
          <p:nvPr/>
        </p:nvSpPr>
        <p:spPr>
          <a:xfrm>
            <a:off x="2935705" y="3741818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2CD1BD6-EF41-4A77-BAD6-CA9151FB4A53}"/>
              </a:ext>
            </a:extLst>
          </p:cNvPr>
          <p:cNvSpPr/>
          <p:nvPr/>
        </p:nvSpPr>
        <p:spPr>
          <a:xfrm>
            <a:off x="745958" y="4138862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5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FCAFD6D-1CA3-41E5-A08E-E53C613D6E14}"/>
              </a:ext>
            </a:extLst>
          </p:cNvPr>
          <p:cNvSpPr/>
          <p:nvPr/>
        </p:nvSpPr>
        <p:spPr>
          <a:xfrm>
            <a:off x="1130968" y="4138860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개나리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9F62328-4D6F-4034-8D0D-9E204980792F}"/>
              </a:ext>
            </a:extLst>
          </p:cNvPr>
          <p:cNvSpPr/>
          <p:nvPr/>
        </p:nvSpPr>
        <p:spPr>
          <a:xfrm>
            <a:off x="2550694" y="4138860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93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FD029F5-DEFE-4177-9B7E-6243BDCFFF49}"/>
              </a:ext>
            </a:extLst>
          </p:cNvPr>
          <p:cNvSpPr/>
          <p:nvPr/>
        </p:nvSpPr>
        <p:spPr>
          <a:xfrm>
            <a:off x="2935705" y="4138861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BCCE31A-E98A-4036-937B-E7381AB7945C}"/>
              </a:ext>
            </a:extLst>
          </p:cNvPr>
          <p:cNvSpPr/>
          <p:nvPr/>
        </p:nvSpPr>
        <p:spPr>
          <a:xfrm>
            <a:off x="745958" y="4535902"/>
            <a:ext cx="300789" cy="29477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5195008-82E1-4F70-A421-D1D2BCF311BE}"/>
              </a:ext>
            </a:extLst>
          </p:cNvPr>
          <p:cNvSpPr/>
          <p:nvPr/>
        </p:nvSpPr>
        <p:spPr>
          <a:xfrm>
            <a:off x="1130968" y="4535900"/>
            <a:ext cx="1335504" cy="29477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진달래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DF49B43-DC69-48AD-8E2E-822144E18770}"/>
              </a:ext>
            </a:extLst>
          </p:cNvPr>
          <p:cNvSpPr/>
          <p:nvPr/>
        </p:nvSpPr>
        <p:spPr>
          <a:xfrm>
            <a:off x="2550694" y="4535900"/>
            <a:ext cx="300789" cy="29477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92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501FAF5-6ABE-49F8-A11F-D2A7DCE8C7A5}"/>
              </a:ext>
            </a:extLst>
          </p:cNvPr>
          <p:cNvSpPr/>
          <p:nvPr/>
        </p:nvSpPr>
        <p:spPr>
          <a:xfrm>
            <a:off x="2935705" y="4535901"/>
            <a:ext cx="300789" cy="29477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51ECDC4-0FF0-48DE-A741-14AB0E45B8D4}"/>
              </a:ext>
            </a:extLst>
          </p:cNvPr>
          <p:cNvSpPr/>
          <p:nvPr/>
        </p:nvSpPr>
        <p:spPr>
          <a:xfrm>
            <a:off x="745958" y="4899859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7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4CD9065-7E1E-4006-8DCE-EFD8089F59D1}"/>
              </a:ext>
            </a:extLst>
          </p:cNvPr>
          <p:cNvSpPr/>
          <p:nvPr/>
        </p:nvSpPr>
        <p:spPr>
          <a:xfrm>
            <a:off x="1130968" y="4899857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패랭이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8C66F80-96AF-4356-B31A-B475D238AA4A}"/>
              </a:ext>
            </a:extLst>
          </p:cNvPr>
          <p:cNvSpPr/>
          <p:nvPr/>
        </p:nvSpPr>
        <p:spPr>
          <a:xfrm>
            <a:off x="2550694" y="4899857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90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484F28C-50DC-4ECF-AF34-B52207397B30}"/>
              </a:ext>
            </a:extLst>
          </p:cNvPr>
          <p:cNvSpPr/>
          <p:nvPr/>
        </p:nvSpPr>
        <p:spPr>
          <a:xfrm>
            <a:off x="2935705" y="4899858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82F41DD-4D18-44C4-9599-368C1E5FF57C}"/>
              </a:ext>
            </a:extLst>
          </p:cNvPr>
          <p:cNvSpPr/>
          <p:nvPr/>
        </p:nvSpPr>
        <p:spPr>
          <a:xfrm>
            <a:off x="745958" y="5296902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8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4D9B35F-1882-4D5A-8C4E-EBBD7A0F7587}"/>
              </a:ext>
            </a:extLst>
          </p:cNvPr>
          <p:cNvSpPr/>
          <p:nvPr/>
        </p:nvSpPr>
        <p:spPr>
          <a:xfrm>
            <a:off x="1130968" y="5296900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제비꽃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25AEF3F-8AA7-4FAF-88D2-9D8D95D5899B}"/>
              </a:ext>
            </a:extLst>
          </p:cNvPr>
          <p:cNvSpPr/>
          <p:nvPr/>
        </p:nvSpPr>
        <p:spPr>
          <a:xfrm>
            <a:off x="2550694" y="5296900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89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5B3307E-A41F-4BD8-821D-378C89528647}"/>
              </a:ext>
            </a:extLst>
          </p:cNvPr>
          <p:cNvSpPr/>
          <p:nvPr/>
        </p:nvSpPr>
        <p:spPr>
          <a:xfrm>
            <a:off x="2935705" y="5296901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BF50AC9-61C2-45B7-877D-D191B60F8369}"/>
              </a:ext>
            </a:extLst>
          </p:cNvPr>
          <p:cNvSpPr/>
          <p:nvPr/>
        </p:nvSpPr>
        <p:spPr>
          <a:xfrm>
            <a:off x="745958" y="5693942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C323923-F23B-4D28-A114-9901A66FAAB6}"/>
              </a:ext>
            </a:extLst>
          </p:cNvPr>
          <p:cNvSpPr/>
          <p:nvPr/>
        </p:nvSpPr>
        <p:spPr>
          <a:xfrm>
            <a:off x="1130968" y="5693940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해바라기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647F2D9-BF56-4466-8473-DC7424E8C68F}"/>
              </a:ext>
            </a:extLst>
          </p:cNvPr>
          <p:cNvSpPr/>
          <p:nvPr/>
        </p:nvSpPr>
        <p:spPr>
          <a:xfrm>
            <a:off x="2550694" y="5693940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88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36E444C-9D7D-489C-B16B-1DA61BE84A32}"/>
              </a:ext>
            </a:extLst>
          </p:cNvPr>
          <p:cNvSpPr/>
          <p:nvPr/>
        </p:nvSpPr>
        <p:spPr>
          <a:xfrm>
            <a:off x="2935705" y="5693941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1350100-FCFB-4AB6-8C11-E03A8DBB29AF}"/>
              </a:ext>
            </a:extLst>
          </p:cNvPr>
          <p:cNvSpPr/>
          <p:nvPr/>
        </p:nvSpPr>
        <p:spPr>
          <a:xfrm>
            <a:off x="661737" y="6090980"/>
            <a:ext cx="2821404" cy="32185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기타 정보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E67E199-ECCD-4348-AFA0-7D2387A39A86}"/>
              </a:ext>
            </a:extLst>
          </p:cNvPr>
          <p:cNvSpPr/>
          <p:nvPr/>
        </p:nvSpPr>
        <p:spPr>
          <a:xfrm>
            <a:off x="3290637" y="2436395"/>
            <a:ext cx="192505" cy="36545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3E3EF18-F0DC-4900-B10D-EB7CC56FB409}"/>
              </a:ext>
            </a:extLst>
          </p:cNvPr>
          <p:cNvSpPr/>
          <p:nvPr/>
        </p:nvSpPr>
        <p:spPr>
          <a:xfrm>
            <a:off x="8951492" y="4653196"/>
            <a:ext cx="2833439" cy="41659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순위 정보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6769DFF-B769-4032-8153-91D6190C39FC}"/>
              </a:ext>
            </a:extLst>
          </p:cNvPr>
          <p:cNvSpPr/>
          <p:nvPr/>
        </p:nvSpPr>
        <p:spPr>
          <a:xfrm>
            <a:off x="4403552" y="2119248"/>
            <a:ext cx="2821405" cy="60157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진달래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C4261FC-84C1-41E2-9165-15224392D82E}"/>
              </a:ext>
            </a:extLst>
          </p:cNvPr>
          <p:cNvSpPr/>
          <p:nvPr/>
        </p:nvSpPr>
        <p:spPr>
          <a:xfrm>
            <a:off x="4403552" y="2720827"/>
            <a:ext cx="2821405" cy="21055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</a:t>
            </a:r>
            <a:r>
              <a:rPr lang="ko-KR" altLang="en-US" sz="9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진달래</a:t>
            </a:r>
            <a:r>
              <a:rPr lang="en-US" altLang="ko-KR" sz="9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]</a:t>
            </a:r>
            <a:endParaRPr lang="ko-KR" altLang="en-US" sz="9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6DED509D-B21F-447B-BE9E-8BA3C4E93660}"/>
              </a:ext>
            </a:extLst>
          </p:cNvPr>
          <p:cNvSpPr/>
          <p:nvPr/>
        </p:nvSpPr>
        <p:spPr>
          <a:xfrm>
            <a:off x="3952373" y="3149262"/>
            <a:ext cx="4529889" cy="157914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62621BC-44C1-4EE0-9A22-DD805F8677B0}"/>
              </a:ext>
            </a:extLst>
          </p:cNvPr>
          <p:cNvSpPr/>
          <p:nvPr/>
        </p:nvSpPr>
        <p:spPr>
          <a:xfrm>
            <a:off x="4740441" y="4899857"/>
            <a:ext cx="2821405" cy="42111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녹음 시작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5BE7DA9-DC65-4577-AF06-1B4DB38794C1}"/>
              </a:ext>
            </a:extLst>
          </p:cNvPr>
          <p:cNvSpPr/>
          <p:nvPr/>
        </p:nvSpPr>
        <p:spPr>
          <a:xfrm>
            <a:off x="4740441" y="5360063"/>
            <a:ext cx="2821405" cy="42111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녹음 종료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8642350-1839-4B18-81AC-D448F929E448}"/>
              </a:ext>
            </a:extLst>
          </p:cNvPr>
          <p:cNvSpPr/>
          <p:nvPr/>
        </p:nvSpPr>
        <p:spPr>
          <a:xfrm>
            <a:off x="3675648" y="5988713"/>
            <a:ext cx="1503948" cy="36546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◀ 이전 학습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916FF127-31DC-4CEE-9ED5-752F2813EA45}"/>
              </a:ext>
            </a:extLst>
          </p:cNvPr>
          <p:cNvSpPr/>
          <p:nvPr/>
        </p:nvSpPr>
        <p:spPr>
          <a:xfrm>
            <a:off x="7255040" y="5988713"/>
            <a:ext cx="1503948" cy="36546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다음 학습 ▶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F3CD626-0357-4F4B-BD97-8BE4E03AE4BC}"/>
              </a:ext>
            </a:extLst>
          </p:cNvPr>
          <p:cNvSpPr/>
          <p:nvPr/>
        </p:nvSpPr>
        <p:spPr>
          <a:xfrm>
            <a:off x="5465342" y="5988713"/>
            <a:ext cx="1503948" cy="36546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처음 화면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90F13BD8-9FB0-4EAF-B7C1-6A9E05F5D34A}"/>
              </a:ext>
            </a:extLst>
          </p:cNvPr>
          <p:cNvSpPr/>
          <p:nvPr/>
        </p:nvSpPr>
        <p:spPr>
          <a:xfrm>
            <a:off x="4048626" y="3242509"/>
            <a:ext cx="1416716" cy="140769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이미지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9419BB1F-4837-442D-BA5F-F8FD56E77457}"/>
              </a:ext>
            </a:extLst>
          </p:cNvPr>
          <p:cNvSpPr/>
          <p:nvPr/>
        </p:nvSpPr>
        <p:spPr>
          <a:xfrm>
            <a:off x="9288756" y="2637166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CEFR Level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ED85B1F-F754-41F0-AECC-D18CE0BD0C11}"/>
              </a:ext>
            </a:extLst>
          </p:cNvPr>
          <p:cNvSpPr/>
          <p:nvPr/>
        </p:nvSpPr>
        <p:spPr>
          <a:xfrm>
            <a:off x="10535277" y="2637166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KIIP Level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09FCA7D-CAE2-4A9E-9983-9A86BCEE030A}"/>
              </a:ext>
            </a:extLst>
          </p:cNvPr>
          <p:cNvSpPr/>
          <p:nvPr/>
        </p:nvSpPr>
        <p:spPr>
          <a:xfrm>
            <a:off x="9288756" y="3286867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예문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868AD652-32D0-483F-99FF-74D6D17179FD}"/>
              </a:ext>
            </a:extLst>
          </p:cNvPr>
          <p:cNvSpPr/>
          <p:nvPr/>
        </p:nvSpPr>
        <p:spPr>
          <a:xfrm>
            <a:off x="10535277" y="3282353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유의어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BAE10E5-B4C3-4017-8ED2-9D4F53D59A5D}"/>
              </a:ext>
            </a:extLst>
          </p:cNvPr>
          <p:cNvSpPr/>
          <p:nvPr/>
        </p:nvSpPr>
        <p:spPr>
          <a:xfrm>
            <a:off x="9288756" y="3945218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영상 자료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AAF1A070-3A81-4B28-B065-C8BD938CCE8B}"/>
              </a:ext>
            </a:extLst>
          </p:cNvPr>
          <p:cNvSpPr/>
          <p:nvPr/>
        </p:nvSpPr>
        <p:spPr>
          <a:xfrm>
            <a:off x="10535277" y="3940704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외부 콘텐츠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93D509D3-A504-4C9C-AFB3-7081A6103BF6}"/>
              </a:ext>
            </a:extLst>
          </p:cNvPr>
          <p:cNvSpPr/>
          <p:nvPr/>
        </p:nvSpPr>
        <p:spPr>
          <a:xfrm>
            <a:off x="9288882" y="5237485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세계 순위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B09B66BB-5D1E-4ABF-B169-DCB0693BE419}"/>
              </a:ext>
            </a:extLst>
          </p:cNvPr>
          <p:cNvSpPr/>
          <p:nvPr/>
        </p:nvSpPr>
        <p:spPr>
          <a:xfrm>
            <a:off x="10535403" y="5232971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나라 순위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6C8B6B3-AE1C-4C39-B183-70A9D2CE925A}"/>
              </a:ext>
            </a:extLst>
          </p:cNvPr>
          <p:cNvSpPr/>
          <p:nvPr/>
        </p:nvSpPr>
        <p:spPr>
          <a:xfrm>
            <a:off x="9280609" y="5815740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한국 순위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8D620346-9F30-4604-97D3-4960F8561B6A}"/>
              </a:ext>
            </a:extLst>
          </p:cNvPr>
          <p:cNvSpPr/>
          <p:nvPr/>
        </p:nvSpPr>
        <p:spPr>
          <a:xfrm>
            <a:off x="10527130" y="5811226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지역 순위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CA3AC17B-E097-4646-8AE5-3B82CE7E956D}"/>
              </a:ext>
            </a:extLst>
          </p:cNvPr>
          <p:cNvSpPr/>
          <p:nvPr/>
        </p:nvSpPr>
        <p:spPr>
          <a:xfrm>
            <a:off x="7273085" y="2106833"/>
            <a:ext cx="757989" cy="8215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0918868-2525-470B-B337-79192175E9C7}"/>
              </a:ext>
            </a:extLst>
          </p:cNvPr>
          <p:cNvSpPr/>
          <p:nvPr/>
        </p:nvSpPr>
        <p:spPr>
          <a:xfrm>
            <a:off x="5552574" y="3242509"/>
            <a:ext cx="2845468" cy="140769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해설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(Text)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EA43C2A-7761-401C-B27A-ABA77D960808}"/>
              </a:ext>
            </a:extLst>
          </p:cNvPr>
          <p:cNvSpPr/>
          <p:nvPr/>
        </p:nvSpPr>
        <p:spPr>
          <a:xfrm>
            <a:off x="8957508" y="1834816"/>
            <a:ext cx="2821405" cy="60157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자율학습</a:t>
            </a:r>
          </a:p>
        </p:txBody>
      </p:sp>
      <p:pic>
        <p:nvPicPr>
          <p:cNvPr id="88" name="그림 87">
            <a:extLst>
              <a:ext uri="{FF2B5EF4-FFF2-40B4-BE49-F238E27FC236}">
                <a16:creationId xmlns:a16="http://schemas.microsoft.com/office/drawing/2014/main" id="{1C0672A9-06C4-4D12-993D-6C90A6DB682E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27911" y="498373"/>
            <a:ext cx="410400" cy="234000"/>
          </a:xfrm>
          <a:prstGeom prst="rect">
            <a:avLst/>
          </a:prstGeom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4EE92183-B45A-4B8B-84DA-B388F9AE1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968" y="499656"/>
            <a:ext cx="424130" cy="234920"/>
          </a:xfrm>
          <a:prstGeom prst="rect">
            <a:avLst/>
          </a:prstGeom>
        </p:spPr>
      </p:pic>
      <p:sp>
        <p:nvSpPr>
          <p:cNvPr id="91" name="이등변 삼각형 90">
            <a:extLst>
              <a:ext uri="{FF2B5EF4-FFF2-40B4-BE49-F238E27FC236}">
                <a16:creationId xmlns:a16="http://schemas.microsoft.com/office/drawing/2014/main" id="{010F28CA-BF62-4DCA-AEC0-A639133F03B8}"/>
              </a:ext>
            </a:extLst>
          </p:cNvPr>
          <p:cNvSpPr/>
          <p:nvPr/>
        </p:nvSpPr>
        <p:spPr>
          <a:xfrm>
            <a:off x="3324448" y="2488019"/>
            <a:ext cx="137421" cy="149147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2" name="이등변 삼각형 91">
            <a:extLst>
              <a:ext uri="{FF2B5EF4-FFF2-40B4-BE49-F238E27FC236}">
                <a16:creationId xmlns:a16="http://schemas.microsoft.com/office/drawing/2014/main" id="{426EE3CC-F790-4704-87AD-108C08CFACF2}"/>
              </a:ext>
            </a:extLst>
          </p:cNvPr>
          <p:cNvSpPr/>
          <p:nvPr/>
        </p:nvSpPr>
        <p:spPr>
          <a:xfrm rot="10800000">
            <a:off x="3311170" y="5907051"/>
            <a:ext cx="137421" cy="149147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D16969B4-6A3F-4C4B-A34F-AB0452525E7A}"/>
              </a:ext>
            </a:extLst>
          </p:cNvPr>
          <p:cNvSpPr/>
          <p:nvPr/>
        </p:nvSpPr>
        <p:spPr>
          <a:xfrm>
            <a:off x="3311170" y="2713739"/>
            <a:ext cx="137421" cy="33293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5684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2A5A9C8-077A-4212-996B-9262CCCCF9E6}"/>
              </a:ext>
            </a:extLst>
          </p:cNvPr>
          <p:cNvSpPr/>
          <p:nvPr/>
        </p:nvSpPr>
        <p:spPr>
          <a:xfrm>
            <a:off x="661737" y="427121"/>
            <a:ext cx="11123195" cy="59857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6F2967A-7B13-4FE4-B55F-53BE49AB1DED}"/>
              </a:ext>
            </a:extLst>
          </p:cNvPr>
          <p:cNvSpPr/>
          <p:nvPr/>
        </p:nvSpPr>
        <p:spPr>
          <a:xfrm>
            <a:off x="8951493" y="1834816"/>
            <a:ext cx="2833438" cy="45780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A4F254-D912-477C-ADFE-C4167BE4E766}"/>
              </a:ext>
            </a:extLst>
          </p:cNvPr>
          <p:cNvSpPr/>
          <p:nvPr/>
        </p:nvSpPr>
        <p:spPr>
          <a:xfrm>
            <a:off x="661737" y="427121"/>
            <a:ext cx="11123195" cy="140769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기본 정보 </a:t>
            </a:r>
            <a:r>
              <a:rPr lang="ko-KR" altLang="en-US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출력부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945CBA-07E7-4842-879D-C06E3C612F63}"/>
              </a:ext>
            </a:extLst>
          </p:cNvPr>
          <p:cNvSpPr/>
          <p:nvPr/>
        </p:nvSpPr>
        <p:spPr>
          <a:xfrm>
            <a:off x="661737" y="1834816"/>
            <a:ext cx="2628900" cy="45780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7231AB-4AB7-42F6-B0C4-93D1969354FD}"/>
              </a:ext>
            </a:extLst>
          </p:cNvPr>
          <p:cNvSpPr/>
          <p:nvPr/>
        </p:nvSpPr>
        <p:spPr>
          <a:xfrm>
            <a:off x="661736" y="1834816"/>
            <a:ext cx="2821405" cy="60157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학습 단어 순위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D2172B-2487-4D74-A7C0-393057680CC3}"/>
              </a:ext>
            </a:extLst>
          </p:cNvPr>
          <p:cNvSpPr/>
          <p:nvPr/>
        </p:nvSpPr>
        <p:spPr>
          <a:xfrm>
            <a:off x="745958" y="2550695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CA6C882-4417-4C4E-99C8-A780CD207BF4}"/>
              </a:ext>
            </a:extLst>
          </p:cNvPr>
          <p:cNvSpPr/>
          <p:nvPr/>
        </p:nvSpPr>
        <p:spPr>
          <a:xfrm>
            <a:off x="1130968" y="2550693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민들레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B3E150-2136-45FC-ABEF-03A499149381}"/>
              </a:ext>
            </a:extLst>
          </p:cNvPr>
          <p:cNvSpPr/>
          <p:nvPr/>
        </p:nvSpPr>
        <p:spPr>
          <a:xfrm>
            <a:off x="2550694" y="2550693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95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867995-1CA7-4EBF-9208-D29F41E5E415}"/>
              </a:ext>
            </a:extLst>
          </p:cNvPr>
          <p:cNvSpPr/>
          <p:nvPr/>
        </p:nvSpPr>
        <p:spPr>
          <a:xfrm>
            <a:off x="2935705" y="2550694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2909B5-15EE-425F-B1E5-C0CB5DCE3881}"/>
              </a:ext>
            </a:extLst>
          </p:cNvPr>
          <p:cNvSpPr/>
          <p:nvPr/>
        </p:nvSpPr>
        <p:spPr>
          <a:xfrm>
            <a:off x="745958" y="2947738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49F6BF2-BB77-4742-B332-2FCC28B902A9}"/>
              </a:ext>
            </a:extLst>
          </p:cNvPr>
          <p:cNvSpPr/>
          <p:nvPr/>
        </p:nvSpPr>
        <p:spPr>
          <a:xfrm>
            <a:off x="1130968" y="2947736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원추리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87B289-21BB-4280-A790-B51601E83E00}"/>
              </a:ext>
            </a:extLst>
          </p:cNvPr>
          <p:cNvSpPr/>
          <p:nvPr/>
        </p:nvSpPr>
        <p:spPr>
          <a:xfrm>
            <a:off x="2550694" y="2947736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95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E71D3D-2F62-4764-B419-65C97CB038BE}"/>
              </a:ext>
            </a:extLst>
          </p:cNvPr>
          <p:cNvSpPr/>
          <p:nvPr/>
        </p:nvSpPr>
        <p:spPr>
          <a:xfrm>
            <a:off x="2935705" y="2947737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AB79AD6-A23C-4B88-AA8B-2CE968613B3B}"/>
              </a:ext>
            </a:extLst>
          </p:cNvPr>
          <p:cNvSpPr/>
          <p:nvPr/>
        </p:nvSpPr>
        <p:spPr>
          <a:xfrm>
            <a:off x="745958" y="3344778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B25EDBF-B98E-4BA7-995F-4363CE36CB86}"/>
              </a:ext>
            </a:extLst>
          </p:cNvPr>
          <p:cNvSpPr/>
          <p:nvPr/>
        </p:nvSpPr>
        <p:spPr>
          <a:xfrm>
            <a:off x="1130968" y="3344776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들국화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A42A092-1625-4DA3-94A4-2F72B053424D}"/>
              </a:ext>
            </a:extLst>
          </p:cNvPr>
          <p:cNvSpPr/>
          <p:nvPr/>
        </p:nvSpPr>
        <p:spPr>
          <a:xfrm>
            <a:off x="2550694" y="3344776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95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A3164F5-60FF-4BC6-9C36-2FF0EDC6205B}"/>
              </a:ext>
            </a:extLst>
          </p:cNvPr>
          <p:cNvSpPr/>
          <p:nvPr/>
        </p:nvSpPr>
        <p:spPr>
          <a:xfrm>
            <a:off x="2935705" y="3344777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4DFE57D-CF96-48BF-BD28-198C5C2AAA3F}"/>
              </a:ext>
            </a:extLst>
          </p:cNvPr>
          <p:cNvSpPr/>
          <p:nvPr/>
        </p:nvSpPr>
        <p:spPr>
          <a:xfrm>
            <a:off x="745958" y="3741819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73B4F73-0A7D-4D3F-A88C-E4DE36DEEAED}"/>
              </a:ext>
            </a:extLst>
          </p:cNvPr>
          <p:cNvSpPr/>
          <p:nvPr/>
        </p:nvSpPr>
        <p:spPr>
          <a:xfrm>
            <a:off x="1130968" y="3741817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은방울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8AC45AA-7C43-4AD2-9798-A8364274E1B0}"/>
              </a:ext>
            </a:extLst>
          </p:cNvPr>
          <p:cNvSpPr/>
          <p:nvPr/>
        </p:nvSpPr>
        <p:spPr>
          <a:xfrm>
            <a:off x="2550694" y="3741817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94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05AFB97-39BB-4EE4-A46D-64888724AE32}"/>
              </a:ext>
            </a:extLst>
          </p:cNvPr>
          <p:cNvSpPr/>
          <p:nvPr/>
        </p:nvSpPr>
        <p:spPr>
          <a:xfrm>
            <a:off x="2935705" y="3741818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2CD1BD6-EF41-4A77-BAD6-CA9151FB4A53}"/>
              </a:ext>
            </a:extLst>
          </p:cNvPr>
          <p:cNvSpPr/>
          <p:nvPr/>
        </p:nvSpPr>
        <p:spPr>
          <a:xfrm>
            <a:off x="745958" y="4138862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5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FCAFD6D-1CA3-41E5-A08E-E53C613D6E14}"/>
              </a:ext>
            </a:extLst>
          </p:cNvPr>
          <p:cNvSpPr/>
          <p:nvPr/>
        </p:nvSpPr>
        <p:spPr>
          <a:xfrm>
            <a:off x="1130968" y="4138860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개나리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9F62328-4D6F-4034-8D0D-9E204980792F}"/>
              </a:ext>
            </a:extLst>
          </p:cNvPr>
          <p:cNvSpPr/>
          <p:nvPr/>
        </p:nvSpPr>
        <p:spPr>
          <a:xfrm>
            <a:off x="2550694" y="4138860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93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FD029F5-DEFE-4177-9B7E-6243BDCFFF49}"/>
              </a:ext>
            </a:extLst>
          </p:cNvPr>
          <p:cNvSpPr/>
          <p:nvPr/>
        </p:nvSpPr>
        <p:spPr>
          <a:xfrm>
            <a:off x="2935705" y="4138861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BCCE31A-E98A-4036-937B-E7381AB7945C}"/>
              </a:ext>
            </a:extLst>
          </p:cNvPr>
          <p:cNvSpPr/>
          <p:nvPr/>
        </p:nvSpPr>
        <p:spPr>
          <a:xfrm>
            <a:off x="745958" y="4535902"/>
            <a:ext cx="300789" cy="29477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5195008-82E1-4F70-A421-D1D2BCF311BE}"/>
              </a:ext>
            </a:extLst>
          </p:cNvPr>
          <p:cNvSpPr/>
          <p:nvPr/>
        </p:nvSpPr>
        <p:spPr>
          <a:xfrm>
            <a:off x="1130968" y="4535900"/>
            <a:ext cx="1335504" cy="29477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진달래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DF49B43-DC69-48AD-8E2E-822144E18770}"/>
              </a:ext>
            </a:extLst>
          </p:cNvPr>
          <p:cNvSpPr/>
          <p:nvPr/>
        </p:nvSpPr>
        <p:spPr>
          <a:xfrm>
            <a:off x="2550694" y="4535900"/>
            <a:ext cx="300789" cy="29477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92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501FAF5-6ABE-49F8-A11F-D2A7DCE8C7A5}"/>
              </a:ext>
            </a:extLst>
          </p:cNvPr>
          <p:cNvSpPr/>
          <p:nvPr/>
        </p:nvSpPr>
        <p:spPr>
          <a:xfrm>
            <a:off x="2935705" y="4535901"/>
            <a:ext cx="300789" cy="29477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51ECDC4-0FF0-48DE-A741-14AB0E45B8D4}"/>
              </a:ext>
            </a:extLst>
          </p:cNvPr>
          <p:cNvSpPr/>
          <p:nvPr/>
        </p:nvSpPr>
        <p:spPr>
          <a:xfrm>
            <a:off x="745958" y="4899859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7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4CD9065-7E1E-4006-8DCE-EFD8089F59D1}"/>
              </a:ext>
            </a:extLst>
          </p:cNvPr>
          <p:cNvSpPr/>
          <p:nvPr/>
        </p:nvSpPr>
        <p:spPr>
          <a:xfrm>
            <a:off x="1130968" y="4899857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패랭이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8C66F80-96AF-4356-B31A-B475D238AA4A}"/>
              </a:ext>
            </a:extLst>
          </p:cNvPr>
          <p:cNvSpPr/>
          <p:nvPr/>
        </p:nvSpPr>
        <p:spPr>
          <a:xfrm>
            <a:off x="2550694" y="4899857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90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484F28C-50DC-4ECF-AF34-B52207397B30}"/>
              </a:ext>
            </a:extLst>
          </p:cNvPr>
          <p:cNvSpPr/>
          <p:nvPr/>
        </p:nvSpPr>
        <p:spPr>
          <a:xfrm>
            <a:off x="2935705" y="4899858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82F41DD-4D18-44C4-9599-368C1E5FF57C}"/>
              </a:ext>
            </a:extLst>
          </p:cNvPr>
          <p:cNvSpPr/>
          <p:nvPr/>
        </p:nvSpPr>
        <p:spPr>
          <a:xfrm>
            <a:off x="745958" y="5296902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8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4D9B35F-1882-4D5A-8C4E-EBBD7A0F7587}"/>
              </a:ext>
            </a:extLst>
          </p:cNvPr>
          <p:cNvSpPr/>
          <p:nvPr/>
        </p:nvSpPr>
        <p:spPr>
          <a:xfrm>
            <a:off x="1130968" y="5296900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제비꽃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25AEF3F-8AA7-4FAF-88D2-9D8D95D5899B}"/>
              </a:ext>
            </a:extLst>
          </p:cNvPr>
          <p:cNvSpPr/>
          <p:nvPr/>
        </p:nvSpPr>
        <p:spPr>
          <a:xfrm>
            <a:off x="2550694" y="5296900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89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5B3307E-A41F-4BD8-821D-378C89528647}"/>
              </a:ext>
            </a:extLst>
          </p:cNvPr>
          <p:cNvSpPr/>
          <p:nvPr/>
        </p:nvSpPr>
        <p:spPr>
          <a:xfrm>
            <a:off x="2935705" y="5296901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BF50AC9-61C2-45B7-877D-D191B60F8369}"/>
              </a:ext>
            </a:extLst>
          </p:cNvPr>
          <p:cNvSpPr/>
          <p:nvPr/>
        </p:nvSpPr>
        <p:spPr>
          <a:xfrm>
            <a:off x="745958" y="5693942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C323923-F23B-4D28-A114-9901A66FAAB6}"/>
              </a:ext>
            </a:extLst>
          </p:cNvPr>
          <p:cNvSpPr/>
          <p:nvPr/>
        </p:nvSpPr>
        <p:spPr>
          <a:xfrm>
            <a:off x="1130968" y="5693940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해바라기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647F2D9-BF56-4466-8473-DC7424E8C68F}"/>
              </a:ext>
            </a:extLst>
          </p:cNvPr>
          <p:cNvSpPr/>
          <p:nvPr/>
        </p:nvSpPr>
        <p:spPr>
          <a:xfrm>
            <a:off x="2550694" y="5693940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88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36E444C-9D7D-489C-B16B-1DA61BE84A32}"/>
              </a:ext>
            </a:extLst>
          </p:cNvPr>
          <p:cNvSpPr/>
          <p:nvPr/>
        </p:nvSpPr>
        <p:spPr>
          <a:xfrm>
            <a:off x="2935705" y="5693941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1350100-FCFB-4AB6-8C11-E03A8DBB29AF}"/>
              </a:ext>
            </a:extLst>
          </p:cNvPr>
          <p:cNvSpPr/>
          <p:nvPr/>
        </p:nvSpPr>
        <p:spPr>
          <a:xfrm>
            <a:off x="661737" y="6090980"/>
            <a:ext cx="2821404" cy="32185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기타 정보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E67E199-ECCD-4348-AFA0-7D2387A39A86}"/>
              </a:ext>
            </a:extLst>
          </p:cNvPr>
          <p:cNvSpPr/>
          <p:nvPr/>
        </p:nvSpPr>
        <p:spPr>
          <a:xfrm>
            <a:off x="3290637" y="2436395"/>
            <a:ext cx="192505" cy="36545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3E3EF18-F0DC-4900-B10D-EB7CC56FB409}"/>
              </a:ext>
            </a:extLst>
          </p:cNvPr>
          <p:cNvSpPr/>
          <p:nvPr/>
        </p:nvSpPr>
        <p:spPr>
          <a:xfrm>
            <a:off x="8951492" y="4653196"/>
            <a:ext cx="2833439" cy="41659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순위 정보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6769DFF-B769-4032-8153-91D6190C39FC}"/>
              </a:ext>
            </a:extLst>
          </p:cNvPr>
          <p:cNvSpPr/>
          <p:nvPr/>
        </p:nvSpPr>
        <p:spPr>
          <a:xfrm>
            <a:off x="4403552" y="2119248"/>
            <a:ext cx="2821405" cy="60157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진달래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C4261FC-84C1-41E2-9165-15224392D82E}"/>
              </a:ext>
            </a:extLst>
          </p:cNvPr>
          <p:cNvSpPr/>
          <p:nvPr/>
        </p:nvSpPr>
        <p:spPr>
          <a:xfrm>
            <a:off x="4403552" y="2720827"/>
            <a:ext cx="2821405" cy="21055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</a:t>
            </a:r>
            <a:r>
              <a:rPr lang="ko-KR" altLang="en-US" sz="9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진달래</a:t>
            </a:r>
            <a:r>
              <a:rPr lang="en-US" altLang="ko-KR" sz="9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]</a:t>
            </a:r>
            <a:endParaRPr lang="ko-KR" altLang="en-US" sz="9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6DED509D-B21F-447B-BE9E-8BA3C4E93660}"/>
              </a:ext>
            </a:extLst>
          </p:cNvPr>
          <p:cNvSpPr/>
          <p:nvPr/>
        </p:nvSpPr>
        <p:spPr>
          <a:xfrm>
            <a:off x="3952373" y="3149262"/>
            <a:ext cx="4529889" cy="157914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62621BC-44C1-4EE0-9A22-DD805F8677B0}"/>
              </a:ext>
            </a:extLst>
          </p:cNvPr>
          <p:cNvSpPr/>
          <p:nvPr/>
        </p:nvSpPr>
        <p:spPr>
          <a:xfrm>
            <a:off x="4740441" y="4899857"/>
            <a:ext cx="2821405" cy="42111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녹음 시작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5BE7DA9-DC65-4577-AF06-1B4DB38794C1}"/>
              </a:ext>
            </a:extLst>
          </p:cNvPr>
          <p:cNvSpPr/>
          <p:nvPr/>
        </p:nvSpPr>
        <p:spPr>
          <a:xfrm>
            <a:off x="4740441" y="5360063"/>
            <a:ext cx="2821405" cy="42111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녹음 종료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8642350-1839-4B18-81AC-D448F929E448}"/>
              </a:ext>
            </a:extLst>
          </p:cNvPr>
          <p:cNvSpPr/>
          <p:nvPr/>
        </p:nvSpPr>
        <p:spPr>
          <a:xfrm>
            <a:off x="3675648" y="5988713"/>
            <a:ext cx="1503948" cy="36546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◀ 이전 학습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916FF127-31DC-4CEE-9ED5-752F2813EA45}"/>
              </a:ext>
            </a:extLst>
          </p:cNvPr>
          <p:cNvSpPr/>
          <p:nvPr/>
        </p:nvSpPr>
        <p:spPr>
          <a:xfrm>
            <a:off x="7255040" y="5988713"/>
            <a:ext cx="1503948" cy="36546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다음 학습 ▶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F3CD626-0357-4F4B-BD97-8BE4E03AE4BC}"/>
              </a:ext>
            </a:extLst>
          </p:cNvPr>
          <p:cNvSpPr/>
          <p:nvPr/>
        </p:nvSpPr>
        <p:spPr>
          <a:xfrm>
            <a:off x="5465342" y="5988713"/>
            <a:ext cx="1503948" cy="36546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처음 화면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90F13BD8-9FB0-4EAF-B7C1-6A9E05F5D34A}"/>
              </a:ext>
            </a:extLst>
          </p:cNvPr>
          <p:cNvSpPr/>
          <p:nvPr/>
        </p:nvSpPr>
        <p:spPr>
          <a:xfrm>
            <a:off x="4048626" y="3242509"/>
            <a:ext cx="1416716" cy="140769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이미지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9419BB1F-4837-442D-BA5F-F8FD56E77457}"/>
              </a:ext>
            </a:extLst>
          </p:cNvPr>
          <p:cNvSpPr/>
          <p:nvPr/>
        </p:nvSpPr>
        <p:spPr>
          <a:xfrm>
            <a:off x="9288756" y="2637166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CEFR Level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ED85B1F-F754-41F0-AECC-D18CE0BD0C11}"/>
              </a:ext>
            </a:extLst>
          </p:cNvPr>
          <p:cNvSpPr/>
          <p:nvPr/>
        </p:nvSpPr>
        <p:spPr>
          <a:xfrm>
            <a:off x="10535277" y="2637166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KIIP Level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09FCA7D-CAE2-4A9E-9983-9A86BCEE030A}"/>
              </a:ext>
            </a:extLst>
          </p:cNvPr>
          <p:cNvSpPr/>
          <p:nvPr/>
        </p:nvSpPr>
        <p:spPr>
          <a:xfrm>
            <a:off x="9288756" y="3286867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예문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868AD652-32D0-483F-99FF-74D6D17179FD}"/>
              </a:ext>
            </a:extLst>
          </p:cNvPr>
          <p:cNvSpPr/>
          <p:nvPr/>
        </p:nvSpPr>
        <p:spPr>
          <a:xfrm>
            <a:off x="10535277" y="3282353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유의어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BAE10E5-B4C3-4017-8ED2-9D4F53D59A5D}"/>
              </a:ext>
            </a:extLst>
          </p:cNvPr>
          <p:cNvSpPr/>
          <p:nvPr/>
        </p:nvSpPr>
        <p:spPr>
          <a:xfrm>
            <a:off x="9288756" y="3945218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영상 자료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AAF1A070-3A81-4B28-B065-C8BD938CCE8B}"/>
              </a:ext>
            </a:extLst>
          </p:cNvPr>
          <p:cNvSpPr/>
          <p:nvPr/>
        </p:nvSpPr>
        <p:spPr>
          <a:xfrm>
            <a:off x="10535277" y="3940704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외부 콘텐츠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93D509D3-A504-4C9C-AFB3-7081A6103BF6}"/>
              </a:ext>
            </a:extLst>
          </p:cNvPr>
          <p:cNvSpPr/>
          <p:nvPr/>
        </p:nvSpPr>
        <p:spPr>
          <a:xfrm>
            <a:off x="9288882" y="5237485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세계 순위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B09B66BB-5D1E-4ABF-B169-DCB0693BE419}"/>
              </a:ext>
            </a:extLst>
          </p:cNvPr>
          <p:cNvSpPr/>
          <p:nvPr/>
        </p:nvSpPr>
        <p:spPr>
          <a:xfrm>
            <a:off x="10535403" y="5232971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나라 순위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6C8B6B3-AE1C-4C39-B183-70A9D2CE925A}"/>
              </a:ext>
            </a:extLst>
          </p:cNvPr>
          <p:cNvSpPr/>
          <p:nvPr/>
        </p:nvSpPr>
        <p:spPr>
          <a:xfrm>
            <a:off x="9280609" y="5815740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한국 순위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8D620346-9F30-4604-97D3-4960F8561B6A}"/>
              </a:ext>
            </a:extLst>
          </p:cNvPr>
          <p:cNvSpPr/>
          <p:nvPr/>
        </p:nvSpPr>
        <p:spPr>
          <a:xfrm>
            <a:off x="10527130" y="5811226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지역 순위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CA3AC17B-E097-4646-8AE5-3B82CE7E956D}"/>
              </a:ext>
            </a:extLst>
          </p:cNvPr>
          <p:cNvSpPr/>
          <p:nvPr/>
        </p:nvSpPr>
        <p:spPr>
          <a:xfrm>
            <a:off x="7273085" y="2106833"/>
            <a:ext cx="757989" cy="8215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0918868-2525-470B-B337-79192175E9C7}"/>
              </a:ext>
            </a:extLst>
          </p:cNvPr>
          <p:cNvSpPr/>
          <p:nvPr/>
        </p:nvSpPr>
        <p:spPr>
          <a:xfrm>
            <a:off x="5552574" y="3242509"/>
            <a:ext cx="2845468" cy="140769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진달래는 봄에 산과 들에서 가장 먼저 피는 꽃 중 하나입니다</a:t>
            </a: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</a:p>
          <a:p>
            <a:b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연한 분홍색 또는 자주색 꽃잎이 아름답고</a:t>
            </a: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따뜻한 계절의 시작을 알려줍니다</a:t>
            </a: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</a:p>
          <a:p>
            <a:b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진달래의 꽃말은 “사랑의 </a:t>
            </a:r>
            <a:r>
              <a:rPr lang="ko-KR" altLang="en-US" sz="10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기쁨”입니다</a:t>
            </a: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EA43C2A-7761-401C-B27A-ABA77D960808}"/>
              </a:ext>
            </a:extLst>
          </p:cNvPr>
          <p:cNvSpPr/>
          <p:nvPr/>
        </p:nvSpPr>
        <p:spPr>
          <a:xfrm>
            <a:off x="8957508" y="1834816"/>
            <a:ext cx="2821405" cy="60157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자율학습</a:t>
            </a:r>
          </a:p>
        </p:txBody>
      </p:sp>
      <p:pic>
        <p:nvPicPr>
          <p:cNvPr id="88" name="그림 87">
            <a:extLst>
              <a:ext uri="{FF2B5EF4-FFF2-40B4-BE49-F238E27FC236}">
                <a16:creationId xmlns:a16="http://schemas.microsoft.com/office/drawing/2014/main" id="{1C0672A9-06C4-4D12-993D-6C90A6DB682E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27911" y="498373"/>
            <a:ext cx="410400" cy="234000"/>
          </a:xfrm>
          <a:prstGeom prst="rect">
            <a:avLst/>
          </a:prstGeom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4EE92183-B45A-4B8B-84DA-B388F9AE1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968" y="499656"/>
            <a:ext cx="424130" cy="23492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2CF97EA-3DAB-4701-A3B5-C677F4595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890" y="3242509"/>
            <a:ext cx="1416716" cy="1407695"/>
          </a:xfrm>
          <a:prstGeom prst="rect">
            <a:avLst/>
          </a:prstGeom>
        </p:spPr>
      </p:pic>
      <p:sp>
        <p:nvSpPr>
          <p:cNvPr id="72" name="이등변 삼각형 71">
            <a:extLst>
              <a:ext uri="{FF2B5EF4-FFF2-40B4-BE49-F238E27FC236}">
                <a16:creationId xmlns:a16="http://schemas.microsoft.com/office/drawing/2014/main" id="{1F3E7330-B4D0-4354-A0DD-421029C7C5D9}"/>
              </a:ext>
            </a:extLst>
          </p:cNvPr>
          <p:cNvSpPr/>
          <p:nvPr/>
        </p:nvSpPr>
        <p:spPr>
          <a:xfrm>
            <a:off x="3324448" y="2488019"/>
            <a:ext cx="137421" cy="149147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7" name="이등변 삼각형 86">
            <a:extLst>
              <a:ext uri="{FF2B5EF4-FFF2-40B4-BE49-F238E27FC236}">
                <a16:creationId xmlns:a16="http://schemas.microsoft.com/office/drawing/2014/main" id="{EA6A7762-DD12-4806-8656-D057C18C57E5}"/>
              </a:ext>
            </a:extLst>
          </p:cNvPr>
          <p:cNvSpPr/>
          <p:nvPr/>
        </p:nvSpPr>
        <p:spPr>
          <a:xfrm rot="10800000">
            <a:off x="3311170" y="5907051"/>
            <a:ext cx="137421" cy="149147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7F089E91-0242-43D5-946A-37BD4FDFDF4C}"/>
              </a:ext>
            </a:extLst>
          </p:cNvPr>
          <p:cNvSpPr/>
          <p:nvPr/>
        </p:nvSpPr>
        <p:spPr>
          <a:xfrm>
            <a:off x="3311170" y="2713739"/>
            <a:ext cx="137421" cy="33293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7369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2A5A9C8-077A-4212-996B-9262CCCCF9E6}"/>
              </a:ext>
            </a:extLst>
          </p:cNvPr>
          <p:cNvSpPr/>
          <p:nvPr/>
        </p:nvSpPr>
        <p:spPr>
          <a:xfrm>
            <a:off x="661737" y="427121"/>
            <a:ext cx="11123195" cy="59857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6F2967A-7B13-4FE4-B55F-53BE49AB1DED}"/>
              </a:ext>
            </a:extLst>
          </p:cNvPr>
          <p:cNvSpPr/>
          <p:nvPr/>
        </p:nvSpPr>
        <p:spPr>
          <a:xfrm>
            <a:off x="8951493" y="1834816"/>
            <a:ext cx="2833438" cy="45780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A4F254-D912-477C-ADFE-C4167BE4E766}"/>
              </a:ext>
            </a:extLst>
          </p:cNvPr>
          <p:cNvSpPr/>
          <p:nvPr/>
        </p:nvSpPr>
        <p:spPr>
          <a:xfrm>
            <a:off x="661737" y="427121"/>
            <a:ext cx="11123195" cy="140769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Cyrl-AZ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Үндсэн мэдээллийн гаралтын хэсэг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945CBA-07E7-4842-879D-C06E3C612F63}"/>
              </a:ext>
            </a:extLst>
          </p:cNvPr>
          <p:cNvSpPr/>
          <p:nvPr/>
        </p:nvSpPr>
        <p:spPr>
          <a:xfrm>
            <a:off x="661737" y="1834816"/>
            <a:ext cx="2628900" cy="45780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7231AB-4AB7-42F6-B0C4-93D1969354FD}"/>
              </a:ext>
            </a:extLst>
          </p:cNvPr>
          <p:cNvSpPr/>
          <p:nvPr/>
        </p:nvSpPr>
        <p:spPr>
          <a:xfrm>
            <a:off x="661736" y="1834816"/>
            <a:ext cx="2821405" cy="60157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Cyrl-AZ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Үгсийн эрэмбийг сурах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D2172B-2487-4D74-A7C0-393057680CC3}"/>
              </a:ext>
            </a:extLst>
          </p:cNvPr>
          <p:cNvSpPr/>
          <p:nvPr/>
        </p:nvSpPr>
        <p:spPr>
          <a:xfrm>
            <a:off x="745958" y="2550695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CA6C882-4417-4C4E-99C8-A780CD207BF4}"/>
              </a:ext>
            </a:extLst>
          </p:cNvPr>
          <p:cNvSpPr/>
          <p:nvPr/>
        </p:nvSpPr>
        <p:spPr>
          <a:xfrm>
            <a:off x="1130968" y="2550693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민들레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B3E150-2136-45FC-ABEF-03A499149381}"/>
              </a:ext>
            </a:extLst>
          </p:cNvPr>
          <p:cNvSpPr/>
          <p:nvPr/>
        </p:nvSpPr>
        <p:spPr>
          <a:xfrm>
            <a:off x="2550694" y="2550693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95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867995-1CA7-4EBF-9208-D29F41E5E415}"/>
              </a:ext>
            </a:extLst>
          </p:cNvPr>
          <p:cNvSpPr/>
          <p:nvPr/>
        </p:nvSpPr>
        <p:spPr>
          <a:xfrm>
            <a:off x="2935705" y="2550694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2909B5-15EE-425F-B1E5-C0CB5DCE3881}"/>
              </a:ext>
            </a:extLst>
          </p:cNvPr>
          <p:cNvSpPr/>
          <p:nvPr/>
        </p:nvSpPr>
        <p:spPr>
          <a:xfrm>
            <a:off x="745958" y="2947738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49F6BF2-BB77-4742-B332-2FCC28B902A9}"/>
              </a:ext>
            </a:extLst>
          </p:cNvPr>
          <p:cNvSpPr/>
          <p:nvPr/>
        </p:nvSpPr>
        <p:spPr>
          <a:xfrm>
            <a:off x="1130968" y="2947736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원추리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87B289-21BB-4280-A790-B51601E83E00}"/>
              </a:ext>
            </a:extLst>
          </p:cNvPr>
          <p:cNvSpPr/>
          <p:nvPr/>
        </p:nvSpPr>
        <p:spPr>
          <a:xfrm>
            <a:off x="2550694" y="2947736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95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E71D3D-2F62-4764-B419-65C97CB038BE}"/>
              </a:ext>
            </a:extLst>
          </p:cNvPr>
          <p:cNvSpPr/>
          <p:nvPr/>
        </p:nvSpPr>
        <p:spPr>
          <a:xfrm>
            <a:off x="2935705" y="2947737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AB79AD6-A23C-4B88-AA8B-2CE968613B3B}"/>
              </a:ext>
            </a:extLst>
          </p:cNvPr>
          <p:cNvSpPr/>
          <p:nvPr/>
        </p:nvSpPr>
        <p:spPr>
          <a:xfrm>
            <a:off x="745958" y="3344778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B25EDBF-B98E-4BA7-995F-4363CE36CB86}"/>
              </a:ext>
            </a:extLst>
          </p:cNvPr>
          <p:cNvSpPr/>
          <p:nvPr/>
        </p:nvSpPr>
        <p:spPr>
          <a:xfrm>
            <a:off x="1130968" y="3344776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들국화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A42A092-1625-4DA3-94A4-2F72B053424D}"/>
              </a:ext>
            </a:extLst>
          </p:cNvPr>
          <p:cNvSpPr/>
          <p:nvPr/>
        </p:nvSpPr>
        <p:spPr>
          <a:xfrm>
            <a:off x="2550694" y="3344776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95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A3164F5-60FF-4BC6-9C36-2FF0EDC6205B}"/>
              </a:ext>
            </a:extLst>
          </p:cNvPr>
          <p:cNvSpPr/>
          <p:nvPr/>
        </p:nvSpPr>
        <p:spPr>
          <a:xfrm>
            <a:off x="2935705" y="3344777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4DFE57D-CF96-48BF-BD28-198C5C2AAA3F}"/>
              </a:ext>
            </a:extLst>
          </p:cNvPr>
          <p:cNvSpPr/>
          <p:nvPr/>
        </p:nvSpPr>
        <p:spPr>
          <a:xfrm>
            <a:off x="745958" y="3741819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73B4F73-0A7D-4D3F-A88C-E4DE36DEEAED}"/>
              </a:ext>
            </a:extLst>
          </p:cNvPr>
          <p:cNvSpPr/>
          <p:nvPr/>
        </p:nvSpPr>
        <p:spPr>
          <a:xfrm>
            <a:off x="1130968" y="3741817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은방울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8AC45AA-7C43-4AD2-9798-A8364274E1B0}"/>
              </a:ext>
            </a:extLst>
          </p:cNvPr>
          <p:cNvSpPr/>
          <p:nvPr/>
        </p:nvSpPr>
        <p:spPr>
          <a:xfrm>
            <a:off x="2550694" y="3741817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94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05AFB97-39BB-4EE4-A46D-64888724AE32}"/>
              </a:ext>
            </a:extLst>
          </p:cNvPr>
          <p:cNvSpPr/>
          <p:nvPr/>
        </p:nvSpPr>
        <p:spPr>
          <a:xfrm>
            <a:off x="2935705" y="3741818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2CD1BD6-EF41-4A77-BAD6-CA9151FB4A53}"/>
              </a:ext>
            </a:extLst>
          </p:cNvPr>
          <p:cNvSpPr/>
          <p:nvPr/>
        </p:nvSpPr>
        <p:spPr>
          <a:xfrm>
            <a:off x="745958" y="4138862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5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FCAFD6D-1CA3-41E5-A08E-E53C613D6E14}"/>
              </a:ext>
            </a:extLst>
          </p:cNvPr>
          <p:cNvSpPr/>
          <p:nvPr/>
        </p:nvSpPr>
        <p:spPr>
          <a:xfrm>
            <a:off x="1130968" y="4138860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개나리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9F62328-4D6F-4034-8D0D-9E204980792F}"/>
              </a:ext>
            </a:extLst>
          </p:cNvPr>
          <p:cNvSpPr/>
          <p:nvPr/>
        </p:nvSpPr>
        <p:spPr>
          <a:xfrm>
            <a:off x="2550694" y="4138860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93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FD029F5-DEFE-4177-9B7E-6243BDCFFF49}"/>
              </a:ext>
            </a:extLst>
          </p:cNvPr>
          <p:cNvSpPr/>
          <p:nvPr/>
        </p:nvSpPr>
        <p:spPr>
          <a:xfrm>
            <a:off x="2935705" y="4138861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BCCE31A-E98A-4036-937B-E7381AB7945C}"/>
              </a:ext>
            </a:extLst>
          </p:cNvPr>
          <p:cNvSpPr/>
          <p:nvPr/>
        </p:nvSpPr>
        <p:spPr>
          <a:xfrm>
            <a:off x="745958" y="4535902"/>
            <a:ext cx="300789" cy="29477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5195008-82E1-4F70-A421-D1D2BCF311BE}"/>
              </a:ext>
            </a:extLst>
          </p:cNvPr>
          <p:cNvSpPr/>
          <p:nvPr/>
        </p:nvSpPr>
        <p:spPr>
          <a:xfrm>
            <a:off x="1130968" y="4535900"/>
            <a:ext cx="1335504" cy="29477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진달래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DF49B43-DC69-48AD-8E2E-822144E18770}"/>
              </a:ext>
            </a:extLst>
          </p:cNvPr>
          <p:cNvSpPr/>
          <p:nvPr/>
        </p:nvSpPr>
        <p:spPr>
          <a:xfrm>
            <a:off x="2550694" y="4535900"/>
            <a:ext cx="300789" cy="29477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92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501FAF5-6ABE-49F8-A11F-D2A7DCE8C7A5}"/>
              </a:ext>
            </a:extLst>
          </p:cNvPr>
          <p:cNvSpPr/>
          <p:nvPr/>
        </p:nvSpPr>
        <p:spPr>
          <a:xfrm>
            <a:off x="2935705" y="4535901"/>
            <a:ext cx="300789" cy="29477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51ECDC4-0FF0-48DE-A741-14AB0E45B8D4}"/>
              </a:ext>
            </a:extLst>
          </p:cNvPr>
          <p:cNvSpPr/>
          <p:nvPr/>
        </p:nvSpPr>
        <p:spPr>
          <a:xfrm>
            <a:off x="745958" y="4899859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7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4CD9065-7E1E-4006-8DCE-EFD8089F59D1}"/>
              </a:ext>
            </a:extLst>
          </p:cNvPr>
          <p:cNvSpPr/>
          <p:nvPr/>
        </p:nvSpPr>
        <p:spPr>
          <a:xfrm>
            <a:off x="1130968" y="4899857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패랭이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8C66F80-96AF-4356-B31A-B475D238AA4A}"/>
              </a:ext>
            </a:extLst>
          </p:cNvPr>
          <p:cNvSpPr/>
          <p:nvPr/>
        </p:nvSpPr>
        <p:spPr>
          <a:xfrm>
            <a:off x="2550694" y="4899857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90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484F28C-50DC-4ECF-AF34-B52207397B30}"/>
              </a:ext>
            </a:extLst>
          </p:cNvPr>
          <p:cNvSpPr/>
          <p:nvPr/>
        </p:nvSpPr>
        <p:spPr>
          <a:xfrm>
            <a:off x="2935705" y="4899858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82F41DD-4D18-44C4-9599-368C1E5FF57C}"/>
              </a:ext>
            </a:extLst>
          </p:cNvPr>
          <p:cNvSpPr/>
          <p:nvPr/>
        </p:nvSpPr>
        <p:spPr>
          <a:xfrm>
            <a:off x="745958" y="5296902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8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4D9B35F-1882-4D5A-8C4E-EBBD7A0F7587}"/>
              </a:ext>
            </a:extLst>
          </p:cNvPr>
          <p:cNvSpPr/>
          <p:nvPr/>
        </p:nvSpPr>
        <p:spPr>
          <a:xfrm>
            <a:off x="1130968" y="5296900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제비꽃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25AEF3F-8AA7-4FAF-88D2-9D8D95D5899B}"/>
              </a:ext>
            </a:extLst>
          </p:cNvPr>
          <p:cNvSpPr/>
          <p:nvPr/>
        </p:nvSpPr>
        <p:spPr>
          <a:xfrm>
            <a:off x="2550694" y="5296900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89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5B3307E-A41F-4BD8-821D-378C89528647}"/>
              </a:ext>
            </a:extLst>
          </p:cNvPr>
          <p:cNvSpPr/>
          <p:nvPr/>
        </p:nvSpPr>
        <p:spPr>
          <a:xfrm>
            <a:off x="2935705" y="5296901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BF50AC9-61C2-45B7-877D-D191B60F8369}"/>
              </a:ext>
            </a:extLst>
          </p:cNvPr>
          <p:cNvSpPr/>
          <p:nvPr/>
        </p:nvSpPr>
        <p:spPr>
          <a:xfrm>
            <a:off x="745958" y="5693942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C323923-F23B-4D28-A114-9901A66FAAB6}"/>
              </a:ext>
            </a:extLst>
          </p:cNvPr>
          <p:cNvSpPr/>
          <p:nvPr/>
        </p:nvSpPr>
        <p:spPr>
          <a:xfrm>
            <a:off x="1130968" y="5693940"/>
            <a:ext cx="1335504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해바라기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647F2D9-BF56-4466-8473-DC7424E8C68F}"/>
              </a:ext>
            </a:extLst>
          </p:cNvPr>
          <p:cNvSpPr/>
          <p:nvPr/>
        </p:nvSpPr>
        <p:spPr>
          <a:xfrm>
            <a:off x="2550694" y="5693940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88</a:t>
            </a:r>
            <a:endParaRPr lang="ko-KR" altLang="en-US" sz="7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36E444C-9D7D-489C-B16B-1DA61BE84A32}"/>
              </a:ext>
            </a:extLst>
          </p:cNvPr>
          <p:cNvSpPr/>
          <p:nvPr/>
        </p:nvSpPr>
        <p:spPr>
          <a:xfrm>
            <a:off x="2935705" y="5693941"/>
            <a:ext cx="300789" cy="2947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1350100-FCFB-4AB6-8C11-E03A8DBB29AF}"/>
              </a:ext>
            </a:extLst>
          </p:cNvPr>
          <p:cNvSpPr/>
          <p:nvPr/>
        </p:nvSpPr>
        <p:spPr>
          <a:xfrm>
            <a:off x="661737" y="6090980"/>
            <a:ext cx="2821404" cy="32185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Cyrl-AZ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Бусад мэдээлэл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E67E199-ECCD-4348-AFA0-7D2387A39A86}"/>
              </a:ext>
            </a:extLst>
          </p:cNvPr>
          <p:cNvSpPr/>
          <p:nvPr/>
        </p:nvSpPr>
        <p:spPr>
          <a:xfrm>
            <a:off x="3290637" y="2436395"/>
            <a:ext cx="192505" cy="36545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3E3EF18-F0DC-4900-B10D-EB7CC56FB409}"/>
              </a:ext>
            </a:extLst>
          </p:cNvPr>
          <p:cNvSpPr/>
          <p:nvPr/>
        </p:nvSpPr>
        <p:spPr>
          <a:xfrm>
            <a:off x="8951492" y="4653196"/>
            <a:ext cx="2833439" cy="41659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Cyrl-AZ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зэрэглэл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6769DFF-B769-4032-8153-91D6190C39FC}"/>
              </a:ext>
            </a:extLst>
          </p:cNvPr>
          <p:cNvSpPr/>
          <p:nvPr/>
        </p:nvSpPr>
        <p:spPr>
          <a:xfrm>
            <a:off x="4403552" y="2119248"/>
            <a:ext cx="2821405" cy="60157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진달래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C4261FC-84C1-41E2-9165-15224392D82E}"/>
              </a:ext>
            </a:extLst>
          </p:cNvPr>
          <p:cNvSpPr/>
          <p:nvPr/>
        </p:nvSpPr>
        <p:spPr>
          <a:xfrm>
            <a:off x="4403552" y="2720827"/>
            <a:ext cx="2821405" cy="21055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</a:t>
            </a:r>
            <a:r>
              <a:rPr lang="ko-KR" altLang="en-US" sz="9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진달래</a:t>
            </a:r>
            <a:r>
              <a:rPr lang="en-US" altLang="ko-KR" sz="9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]</a:t>
            </a:r>
            <a:endParaRPr lang="ko-KR" altLang="en-US" sz="9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6DED509D-B21F-447B-BE9E-8BA3C4E93660}"/>
              </a:ext>
            </a:extLst>
          </p:cNvPr>
          <p:cNvSpPr/>
          <p:nvPr/>
        </p:nvSpPr>
        <p:spPr>
          <a:xfrm>
            <a:off x="3952373" y="3149262"/>
            <a:ext cx="4529889" cy="157914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62621BC-44C1-4EE0-9A22-DD805F8677B0}"/>
              </a:ext>
            </a:extLst>
          </p:cNvPr>
          <p:cNvSpPr/>
          <p:nvPr/>
        </p:nvSpPr>
        <p:spPr>
          <a:xfrm>
            <a:off x="4740441" y="4899857"/>
            <a:ext cx="2821405" cy="42111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Cyrl-AZ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Бичлэг хийж эхлэх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5BE7DA9-DC65-4577-AF06-1B4DB38794C1}"/>
              </a:ext>
            </a:extLst>
          </p:cNvPr>
          <p:cNvSpPr/>
          <p:nvPr/>
        </p:nvSpPr>
        <p:spPr>
          <a:xfrm>
            <a:off x="4740441" y="5360063"/>
            <a:ext cx="2821405" cy="42111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Cyrl-AZ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Бичлэгийг дуусгах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8642350-1839-4B18-81AC-D448F929E448}"/>
              </a:ext>
            </a:extLst>
          </p:cNvPr>
          <p:cNvSpPr/>
          <p:nvPr/>
        </p:nvSpPr>
        <p:spPr>
          <a:xfrm>
            <a:off x="3675647" y="5988713"/>
            <a:ext cx="1696452" cy="36546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◀ </a:t>
            </a:r>
            <a:r>
              <a:rPr lang="az-Cyrl-AZ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Өмнөх сургалт</a:t>
            </a:r>
            <a:endParaRPr lang="ko-KR" altLang="en-US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916FF127-31DC-4CEE-9ED5-752F2813EA45}"/>
              </a:ext>
            </a:extLst>
          </p:cNvPr>
          <p:cNvSpPr/>
          <p:nvPr/>
        </p:nvSpPr>
        <p:spPr>
          <a:xfrm>
            <a:off x="6915151" y="5988713"/>
            <a:ext cx="1843837" cy="36546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Cyrl-AZ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Дараагийн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az-Cyrl-AZ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сургалт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F3CD626-0357-4F4B-BD97-8BE4E03AE4BC}"/>
              </a:ext>
            </a:extLst>
          </p:cNvPr>
          <p:cNvSpPr/>
          <p:nvPr/>
        </p:nvSpPr>
        <p:spPr>
          <a:xfrm>
            <a:off x="5534527" y="5988316"/>
            <a:ext cx="1313946" cy="36546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Cyrl-AZ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анхны</a:t>
            </a:r>
            <a:endParaRPr lang="ko-KR" altLang="en-US" sz="1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90F13BD8-9FB0-4EAF-B7C1-6A9E05F5D34A}"/>
              </a:ext>
            </a:extLst>
          </p:cNvPr>
          <p:cNvSpPr/>
          <p:nvPr/>
        </p:nvSpPr>
        <p:spPr>
          <a:xfrm>
            <a:off x="4048626" y="3242509"/>
            <a:ext cx="1416716" cy="140769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이미지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9419BB1F-4837-442D-BA5F-F8FD56E77457}"/>
              </a:ext>
            </a:extLst>
          </p:cNvPr>
          <p:cNvSpPr/>
          <p:nvPr/>
        </p:nvSpPr>
        <p:spPr>
          <a:xfrm>
            <a:off x="9288756" y="2637166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CEFR Level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ED85B1F-F754-41F0-AECC-D18CE0BD0C11}"/>
              </a:ext>
            </a:extLst>
          </p:cNvPr>
          <p:cNvSpPr/>
          <p:nvPr/>
        </p:nvSpPr>
        <p:spPr>
          <a:xfrm>
            <a:off x="10535277" y="2637166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KIIP Level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09FCA7D-CAE2-4A9E-9983-9A86BCEE030A}"/>
              </a:ext>
            </a:extLst>
          </p:cNvPr>
          <p:cNvSpPr/>
          <p:nvPr/>
        </p:nvSpPr>
        <p:spPr>
          <a:xfrm>
            <a:off x="9288756" y="3286867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Cyrl-AZ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Жишээ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868AD652-32D0-483F-99FF-74D6D17179FD}"/>
              </a:ext>
            </a:extLst>
          </p:cNvPr>
          <p:cNvSpPr/>
          <p:nvPr/>
        </p:nvSpPr>
        <p:spPr>
          <a:xfrm>
            <a:off x="10535277" y="3282353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Cyrl-AZ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ижил утгатай үг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BAE10E5-B4C3-4017-8ED2-9D4F53D59A5D}"/>
              </a:ext>
            </a:extLst>
          </p:cNvPr>
          <p:cNvSpPr/>
          <p:nvPr/>
        </p:nvSpPr>
        <p:spPr>
          <a:xfrm>
            <a:off x="9288756" y="3945218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Cyrl-AZ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видео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AAF1A070-3A81-4B28-B065-C8BD938CCE8B}"/>
              </a:ext>
            </a:extLst>
          </p:cNvPr>
          <p:cNvSpPr/>
          <p:nvPr/>
        </p:nvSpPr>
        <p:spPr>
          <a:xfrm>
            <a:off x="10535277" y="3940704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Cyrl-AZ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Гадаад эх үүсвэрүүд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93D509D3-A504-4C9C-AFB3-7081A6103BF6}"/>
              </a:ext>
            </a:extLst>
          </p:cNvPr>
          <p:cNvSpPr/>
          <p:nvPr/>
        </p:nvSpPr>
        <p:spPr>
          <a:xfrm>
            <a:off x="9288882" y="5237485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Cyrl-AZ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Дэлхийн чансаа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B09B66BB-5D1E-4ABF-B169-DCB0693BE419}"/>
              </a:ext>
            </a:extLst>
          </p:cNvPr>
          <p:cNvSpPr/>
          <p:nvPr/>
        </p:nvSpPr>
        <p:spPr>
          <a:xfrm>
            <a:off x="10535403" y="5232971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Cyrl-AZ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Улс орнуудын зэрэглэл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6C8B6B3-AE1C-4C39-B183-70A9D2CE925A}"/>
              </a:ext>
            </a:extLst>
          </p:cNvPr>
          <p:cNvSpPr/>
          <p:nvPr/>
        </p:nvSpPr>
        <p:spPr>
          <a:xfrm>
            <a:off x="9280609" y="5815740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Cyrl-AZ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Солонгосын зэрэглэл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8D620346-9F30-4604-97D3-4960F8561B6A}"/>
              </a:ext>
            </a:extLst>
          </p:cNvPr>
          <p:cNvSpPr/>
          <p:nvPr/>
        </p:nvSpPr>
        <p:spPr>
          <a:xfrm>
            <a:off x="10527130" y="5811226"/>
            <a:ext cx="918912" cy="41659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Cyrl-AZ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Бүсийн зэрэглэл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CA3AC17B-E097-4646-8AE5-3B82CE7E956D}"/>
              </a:ext>
            </a:extLst>
          </p:cNvPr>
          <p:cNvSpPr/>
          <p:nvPr/>
        </p:nvSpPr>
        <p:spPr>
          <a:xfrm>
            <a:off x="7273085" y="2106833"/>
            <a:ext cx="757989" cy="8215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▶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0918868-2525-470B-B337-79192175E9C7}"/>
              </a:ext>
            </a:extLst>
          </p:cNvPr>
          <p:cNvSpPr/>
          <p:nvPr/>
        </p:nvSpPr>
        <p:spPr>
          <a:xfrm>
            <a:off x="5552574" y="3242509"/>
            <a:ext cx="2845468" cy="140769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z-Cyrl-AZ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Азалия бол хаврын улиралд уул, талд хамгийн түрүүнд дэлбээлдэг цэцэг юм.</a:t>
            </a:r>
            <a:endParaRPr lang="en-US" altLang="ko-KR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az-Cyrl-AZ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Ягаан эсвэл нил ягаан өнгийн</a:t>
            </a: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az-Cyrl-AZ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дэлбээтэй бөгөөд дулааны улирлын эхлэлийг илтгэдэг.</a:t>
            </a:r>
            <a:endParaRPr lang="en-US" altLang="ko-KR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az-Cyrl-AZ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Азалия цэцгийн бэлгэдэл нь “Хайрын баяр хөөр”</a:t>
            </a:r>
            <a:r>
              <a:rPr lang="en-US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az-Cyrl-AZ" altLang="ko-KR" sz="1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юм.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EA43C2A-7761-401C-B27A-ABA77D960808}"/>
              </a:ext>
            </a:extLst>
          </p:cNvPr>
          <p:cNvSpPr/>
          <p:nvPr/>
        </p:nvSpPr>
        <p:spPr>
          <a:xfrm>
            <a:off x="8957508" y="1834816"/>
            <a:ext cx="2821405" cy="60157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Cyrl-AZ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Бие даан суралцах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88" name="그림 87">
            <a:extLst>
              <a:ext uri="{FF2B5EF4-FFF2-40B4-BE49-F238E27FC236}">
                <a16:creationId xmlns:a16="http://schemas.microsoft.com/office/drawing/2014/main" id="{1C0672A9-06C4-4D12-993D-6C90A6DB682E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27911" y="498373"/>
            <a:ext cx="410400" cy="234000"/>
          </a:xfrm>
          <a:prstGeom prst="rect">
            <a:avLst/>
          </a:prstGeom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4EE92183-B45A-4B8B-84DA-B388F9AE1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968" y="499656"/>
            <a:ext cx="424130" cy="23492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2CF97EA-3DAB-4701-A3B5-C677F4595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890" y="3242509"/>
            <a:ext cx="1416716" cy="1407695"/>
          </a:xfrm>
          <a:prstGeom prst="rect">
            <a:avLst/>
          </a:prstGeom>
        </p:spPr>
      </p:pic>
      <p:sp>
        <p:nvSpPr>
          <p:cNvPr id="72" name="이등변 삼각형 71">
            <a:extLst>
              <a:ext uri="{FF2B5EF4-FFF2-40B4-BE49-F238E27FC236}">
                <a16:creationId xmlns:a16="http://schemas.microsoft.com/office/drawing/2014/main" id="{F742EAEE-7D50-407C-BC7D-C8A63BC20864}"/>
              </a:ext>
            </a:extLst>
          </p:cNvPr>
          <p:cNvSpPr/>
          <p:nvPr/>
        </p:nvSpPr>
        <p:spPr>
          <a:xfrm>
            <a:off x="3324448" y="2488019"/>
            <a:ext cx="137421" cy="149147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7" name="이등변 삼각형 86">
            <a:extLst>
              <a:ext uri="{FF2B5EF4-FFF2-40B4-BE49-F238E27FC236}">
                <a16:creationId xmlns:a16="http://schemas.microsoft.com/office/drawing/2014/main" id="{A66118C8-F7E7-480E-8896-B16D52FF77AA}"/>
              </a:ext>
            </a:extLst>
          </p:cNvPr>
          <p:cNvSpPr/>
          <p:nvPr/>
        </p:nvSpPr>
        <p:spPr>
          <a:xfrm rot="10800000">
            <a:off x="3311170" y="5907051"/>
            <a:ext cx="137421" cy="149147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E52DFD28-564C-4FD4-B59D-BEB00ACAADEC}"/>
              </a:ext>
            </a:extLst>
          </p:cNvPr>
          <p:cNvSpPr/>
          <p:nvPr/>
        </p:nvSpPr>
        <p:spPr>
          <a:xfrm>
            <a:off x="3311170" y="2713739"/>
            <a:ext cx="137421" cy="33293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5027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</a:spPr>
      <a:bodyPr rtlCol="0" anchor="ctr"/>
      <a:lstStyle>
        <a:defPPr algn="ctr">
          <a:defRPr dirty="0" smtClean="0">
            <a:latin typeface="나눔고딕 ExtraBold" panose="020D0904000000000000" pitchFamily="50" charset="-127"/>
            <a:ea typeface="나눔고딕 ExtraBold" panose="020D09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327</Words>
  <Application>Microsoft Office PowerPoint</Application>
  <PresentationFormat>와이드스크린</PresentationFormat>
  <Paragraphs>189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나눔고딕 ExtraBold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5</cp:revision>
  <dcterms:created xsi:type="dcterms:W3CDTF">2025-11-18T23:53:56Z</dcterms:created>
  <dcterms:modified xsi:type="dcterms:W3CDTF">2025-11-19T00:32:41Z</dcterms:modified>
</cp:coreProperties>
</file>